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총 토큰 사용량 비교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ACL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3-step</c:v>
                  </c:pt>
                  <c:pt idx="1">
                    <c:v>5-step</c:v>
                  </c:pt>
                  <c:pt idx="2">
                    <c:v>10-step</c:v>
                  </c:pt>
                  <c:pt idx="3">
                    <c:v>15-step</c:v>
                  </c:pt>
                  <c:pt idx="4">
                    <c:v>20-step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1745</c:v>
                </c:pt>
                <c:pt idx="1">
                  <c:v>2900</c:v>
                </c:pt>
                <c:pt idx="2">
                  <c:v>5800</c:v>
                </c:pt>
                <c:pt idx="3">
                  <c:v>8700</c:v>
                </c:pt>
                <c:pt idx="4">
                  <c:v>11600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NL Baseline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3-step</c:v>
                  </c:pt>
                  <c:pt idx="1">
                    <c:v>5-step</c:v>
                  </c:pt>
                  <c:pt idx="2">
                    <c:v>10-step</c:v>
                  </c:pt>
                  <c:pt idx="3">
                    <c:v>15-step</c:v>
                  </c:pt>
                  <c:pt idx="4">
                    <c:v>20-step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3877</c:v>
                </c:pt>
                <c:pt idx="1">
                  <c:v>8500</c:v>
                </c:pt>
                <c:pt idx="2">
                  <c:v>28000</c:v>
                </c:pt>
                <c:pt idx="3">
                  <c:v>58000</c:v>
                </c:pt>
                <c:pt idx="4">
                  <c:v>100000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Collaboration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05840" cy="384048"/>
          </a:xfrm>
          <a:prstGeom prst="rect">
            <a:avLst>
              <a:gd name="adj" fmla="val 11905"/>
            </a:avLst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2148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에이전트 간 고속 비언어적(Non-Linguistic) 협업 런타임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179576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Rust 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0824" y="2834640"/>
            <a:ext cx="1682496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020824" y="2834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TypeScript SDK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3048" y="2834640"/>
            <a:ext cx="1581912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2834640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gRPC Protocol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04688" y="2834640"/>
            <a:ext cx="1380744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504688" y="283464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Multi-Model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v0.1.0 | 2026-03-21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에이전트 통신의 한계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ACL이 필요한가?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987552"/>
          </a:xfrm>
          <a:prstGeom prst="rect">
            <a:avLst>
              <a:gd name="adj" fmla="val 46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64008" cy="9875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61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폭발  O(n²)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 단계마다 이전 전체 대화를 재전송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10-step에서 context가 기하급수적 증가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840480" cy="987552"/>
          </a:xfrm>
          <a:prstGeom prst="rect">
            <a:avLst>
              <a:gd name="adj" fmla="val 46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64008" cy="9875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비결정적 파싱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715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응답의 구조 해석 실패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모호한 에러 처리, 재시도 불가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840480" cy="987552"/>
          </a:xfrm>
          <a:prstGeom prst="rect">
            <a:avLst>
              <a:gd name="adj" fmla="val 46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64008" cy="9875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47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거버넌스 부재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예산/시간 제한 없이 무한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접근 제어, 감사 추적 불가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NL 방식: 자연어 체이닝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645920"/>
            <a:ext cx="1005840" cy="41148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1645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1645920"/>
            <a:ext cx="1005840" cy="41148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1645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80960" y="1645920"/>
            <a:ext cx="1005840" cy="41148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대화 히스토리를 매번 재전송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587752"/>
            <a:ext cx="731520" cy="219456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800 tokens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2926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2953512"/>
            <a:ext cx="1645920" cy="219456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2953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2400 tokens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319272"/>
            <a:ext cx="2926080" cy="219456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3319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6000 tokens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Context가 매 step마다 O(n²)으로 증가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ACL이란?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5가지 핵심 설계 원칙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468880" cy="1417320"/>
          </a:xfrm>
          <a:prstGeom prst="rect">
            <a:avLst>
              <a:gd name="adj" fmla="val 32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53312"/>
            <a:ext cx="457200" cy="45720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비언어적 통신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691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대신 구조화된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ActionPacket으로 통신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468880" cy="1417320"/>
          </a:xfrm>
          <a:prstGeom prst="rect">
            <a:avLst>
              <a:gd name="adj" fmla="val 32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53312"/>
            <a:ext cx="457200" cy="45720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4173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타입화된 상태 전이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31920" y="1691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PENDING → CLAIMED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RUNNING → DONE/FAILED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468880" cy="1417320"/>
          </a:xfrm>
          <a:prstGeom prst="rect">
            <a:avLst>
              <a:gd name="adj" fmla="val 32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353312"/>
            <a:ext cx="457200" cy="45720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173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353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Artifact Store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720840" y="1691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SHA-256 기반 URI 참조로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전송 제거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851660" y="2880360"/>
            <a:ext cx="2468880" cy="1417320"/>
          </a:xfrm>
          <a:prstGeom prst="rect">
            <a:avLst>
              <a:gd name="adj" fmla="val 32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988820" y="3044952"/>
            <a:ext cx="457200" cy="45720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28" y="310896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3746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DAG 태스크 관리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537460" y="3383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방향성 비순환 그래프로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 자동 관리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40580" y="2880360"/>
            <a:ext cx="2468880" cy="1417320"/>
          </a:xfrm>
          <a:prstGeom prst="rect">
            <a:avLst>
              <a:gd name="adj" fmla="val 32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77740" y="3044952"/>
            <a:ext cx="457200" cy="45720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310896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2638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기반 거버넌스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326380" y="3383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예산, TTL, 스폰 깊이,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접근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듀얼 언어 아키텍처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0C2D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43000"/>
            <a:ext cx="1645920" cy="320040"/>
          </a:xfrm>
          <a:prstGeom prst="rect">
            <a:avLst>
              <a:gd name="adj" fmla="val 11429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SDK &amp; Adapters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 Adapters (OpenAI, Anthropic, Google) · Runtime Client · CLI Tool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1051560"/>
          </a:xfrm>
          <a:prstGeom prst="rect">
            <a:avLst/>
          </a:prstGeom>
          <a:solidFill>
            <a:srgbClr val="42200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377440"/>
            <a:ext cx="1645920" cy="320040"/>
          </a:xfrm>
          <a:prstGeom prst="rect">
            <a:avLst>
              <a:gd name="adj" fmla="val 11429"/>
            </a:avLst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Protocol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Protocol Buffers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gRPC 서비스 4개: Registry · Task · Spawn · Artifact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105156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11880"/>
            <a:ext cx="1645920" cy="320040"/>
          </a:xfrm>
          <a:prstGeom prst="rect">
            <a:avLst>
              <a:gd name="adj" fmla="val 11429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Runtime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Task Graph · Event Bus · Agent Registry · Policy Engine · Spawn Manager · Artifact 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1031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▲ 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33375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▲ 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2,448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Rust LOC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2,056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5176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TypeScript LOC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gRPC Services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 Adapters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 동작 원리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ActionPacket 기반 파이프라인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286000" cy="146304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1325880"/>
            <a:ext cx="548640" cy="54864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3990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GPT-4o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intent: "research"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88036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ActionPacket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566160" y="1188720"/>
            <a:ext cx="2286000" cy="146304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1325880"/>
            <a:ext cx="548640" cy="54864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139903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Writer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661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Sonnet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6616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intent: "write"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85216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80644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ActionPacket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6492240" y="1188720"/>
            <a:ext cx="2286000" cy="146304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60920" y="1325880"/>
            <a:ext cx="548640" cy="54864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39903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224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922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Flash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9224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intent: "review"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ActionPacket 구조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57200" y="3246120"/>
            <a:ext cx="4754880" cy="1554480"/>
          </a:xfrm>
          <a:prstGeom prst="rect">
            <a:avLst>
              <a:gd name="adj" fmla="val 294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40080" y="329184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{ "intent": "write",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"inputRefs": ["artifact://research/ede92d"],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"outputSchema": "report_schema",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"constraints": { "format": "markdown", "maxLen": 2000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  "priority": 0.8, "deadlineMs": 30000 }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4864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전이 머신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5669280" y="3337560"/>
            <a:ext cx="13716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28"/>
          <p:cNvSpPr/>
          <p:nvPr/>
        </p:nvSpPr>
        <p:spPr>
          <a:xfrm>
            <a:off x="566928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PENDING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217920" y="35935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669280" y="3685032"/>
            <a:ext cx="13716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1"/>
          <p:cNvSpPr/>
          <p:nvPr/>
        </p:nvSpPr>
        <p:spPr>
          <a:xfrm>
            <a:off x="5669280" y="3685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CLAIMED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217920" y="39410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69280" y="4032504"/>
            <a:ext cx="13716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4"/>
          <p:cNvSpPr/>
          <p:nvPr/>
        </p:nvSpPr>
        <p:spPr>
          <a:xfrm>
            <a:off x="5669280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RUNNING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217920" y="42885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5669280" y="4379976"/>
            <a:ext cx="13716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37"/>
          <p:cNvSpPr/>
          <p:nvPr/>
        </p:nvSpPr>
        <p:spPr>
          <a:xfrm>
            <a:off x="566928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DONE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7498080" y="4032504"/>
            <a:ext cx="1097280" cy="274320"/>
          </a:xfrm>
          <a:prstGeom prst="rect">
            <a:avLst/>
          </a:prstGeom>
          <a:solidFill>
            <a:srgbClr val="450A0A"/>
          </a:solidFill>
          <a:ln/>
        </p:spPr>
      </p:sp>
      <p:sp>
        <p:nvSpPr>
          <p:cNvPr id="44" name="Text 39"/>
          <p:cNvSpPr/>
          <p:nvPr/>
        </p:nvSpPr>
        <p:spPr>
          <a:xfrm>
            <a:off x="7498080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FAILED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704088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7498080" y="4306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 ↑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NL 방식 vs ACL 방식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749040"/>
          </a:xfrm>
          <a:prstGeom prst="rect">
            <a:avLst>
              <a:gd name="adj" fmla="val 1220"/>
            </a:avLst>
          </a:prstGeom>
          <a:solidFill>
            <a:srgbClr val="1A0A0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NL (Natural Language) 방식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패킷 크기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800~6,000+ 토큰 (가변)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47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증가 패턴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O(n) per handoff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31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복잡도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2311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O(n²)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15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스키마 검증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 (best-effort)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감지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지연/모호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아티팩트 교환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인라인 (중복 전송)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재시도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비결정적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151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거버넌스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추적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023360" cy="3749040"/>
          </a:xfrm>
          <a:prstGeom prst="rect">
            <a:avLst>
              <a:gd name="adj" fmla="val 1220"/>
            </a:avLst>
          </a:prstGeom>
          <a:solidFill>
            <a:srgbClr val="0A1A0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 (Typed Packet) 방식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패킷 크기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~45 토큰 (고정)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1847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증가 패턴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O(1) per handoff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231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복잡도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2311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O(n)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615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스키마 검증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컴파일 타임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감지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2999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즉시 (타입 기반)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아티팩트 교환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URI 참조 (중복 제거)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재시도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41513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거버넌스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프로토콜 수준 강제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실측 벤치마크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API (claude-haiku-4-5) | 3-Step Pipeline | 실측 데이터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105156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토큰 절감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06040" cy="105156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59.3%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레이턴시 절감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06040" cy="105156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13.0%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절감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토큰 (Input + Output)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1560" y="2651760"/>
            <a:ext cx="3200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2651760"/>
            <a:ext cx="1440469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651760"/>
            <a:ext cx="14404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1,745 tok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980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1560" y="2980944"/>
            <a:ext cx="32004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2980944"/>
            <a:ext cx="320040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3,877 tok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레이턴시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2651760"/>
            <a:ext cx="32918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5349240" y="2651760"/>
            <a:ext cx="1338835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651760"/>
            <a:ext cx="1338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17,060ms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980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2980944"/>
            <a:ext cx="32918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Shape 29"/>
          <p:cNvSpPr/>
          <p:nvPr/>
        </p:nvSpPr>
        <p:spPr>
          <a:xfrm>
            <a:off x="5349240" y="2980944"/>
            <a:ext cx="32918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41,946ms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Step별 Output 토큰 비교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Step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ACL Output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NL Output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절감률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Research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610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1,896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67.8%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Write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440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418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비슷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Review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665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1,533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56.6%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TOTAL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1,715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3,847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55.4%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스케일에 따른 성능 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 O(n) vs NL O(n²) — 파이프라인이 길어질수록 격차 확대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절감률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1600200"/>
            <a:ext cx="2926080" cy="475488"/>
          </a:xfrm>
          <a:prstGeom prst="rect">
            <a:avLst>
              <a:gd name="adj" fmla="val 9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3-step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16184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55%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046720" y="1709928"/>
            <a:ext cx="502920" cy="228600"/>
          </a:xfrm>
          <a:prstGeom prst="rect">
            <a:avLst>
              <a:gd name="adj" fmla="val 12000"/>
            </a:avLst>
          </a:prstGeom>
          <a:solidFill>
            <a:srgbClr val="064E3B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1709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실측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760720" y="2194560"/>
            <a:ext cx="2926080" cy="475488"/>
          </a:xfrm>
          <a:prstGeom prst="rect">
            <a:avLst>
              <a:gd name="adj" fmla="val 9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5-step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2212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~66%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760720" y="2788920"/>
            <a:ext cx="2926080" cy="475488"/>
          </a:xfrm>
          <a:prstGeom prst="rect">
            <a:avLst>
              <a:gd name="adj" fmla="val 9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10-step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2807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~79%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760720" y="3383280"/>
            <a:ext cx="2926080" cy="475488"/>
          </a:xfrm>
          <a:prstGeom prst="rect">
            <a:avLst>
              <a:gd name="adj" fmla="val 9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5216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15-step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34015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~85%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760720" y="3977640"/>
            <a:ext cx="2926080" cy="475488"/>
          </a:xfrm>
          <a:prstGeom prst="rect">
            <a:avLst>
              <a:gd name="adj" fmla="val 9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521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20-step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39959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~88%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20-step 파이프라인에서 ACL은 NL 대비 약 88% 토큰 절감, 78% 레이턴시 절감 예상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이상의 가치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ACL의 진짜 강점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6002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80160"/>
            <a:ext cx="502920" cy="50292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Typed Schema로 파싱 실패 없이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구조화된 데이터 교환 보장.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컴파일 타임 스키마 검증으로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런타임 에러 사전 차단.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002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64008" cy="1600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280160"/>
            <a:ext cx="502920" cy="50292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4416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확장성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53212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O(n) vs O(n²) 복잡도 차이.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10+ step 파이프라인에서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결정적 성능 우위 확보.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 수 증가에도 선형 확장.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926080"/>
            <a:ext cx="3931920" cy="16002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" y="3108960"/>
            <a:ext cx="502920" cy="50292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7296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거버넌스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23444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 캡, TTL, 도구 접근 제어가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프로토콜 수준에서 보장.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Spawn 깊이 제한으로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무한 재귀 방지.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54880" y="2926080"/>
            <a:ext cx="3931920" cy="16002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926080"/>
            <a:ext cx="64008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0" y="3108960"/>
            <a:ext cx="502920" cy="502920"/>
          </a:xfrm>
          <a:prstGeom prst="oval">
            <a:avLst/>
          </a:prstGeom>
          <a:solidFill>
            <a:srgbClr val="1E3A5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72968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3212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디버깅 &amp; 추적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53212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Typed Event Stream으로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파이프라인 추적 가능.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15가지 이벤트 타입으로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상태 모니터링.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프로덕션 규모 비용 절감 예상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일일 파이프라인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월간 토큰 절감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월간 비용 절감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연간 비용 절감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100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38.3M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$173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$2,072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1,000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383.3M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$1,727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$20,724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10,000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3.8B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$17,270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$207,242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651760"/>
            <a:ext cx="8229600" cy="1280160"/>
          </a:xfrm>
          <a:prstGeom prst="rect">
            <a:avLst>
              <a:gd name="adj" fmla="val 357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결론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30632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절감 — JSON 스키마 강제로 불필요한 출력 제거 (3-step 실측)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59%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33375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레이턴시 절감 — 더 적은 output = 더 빠른 응답 (3-step 실측)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611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~88%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36118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토큰 절감 예상 — 20-step에서 O(n) vs O(n²) 격차 극대화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시작하기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2697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" y="4434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SDK 설치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30352" y="4626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npm install @acl/sdk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37560" y="4434840"/>
            <a:ext cx="2697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3410712" y="4434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데모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410712" y="4626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npx ts-node examples/local-pipeline.ts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217920" y="4434840"/>
            <a:ext cx="2697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6291072" y="4434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벤치마크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291072" y="4626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Noto Sans Mono" pitchFamily="34" charset="0"/>
                <a:ea typeface="Noto Sans Mono" pitchFamily="34" charset="-122"/>
                <a:cs typeface="Noto Sans Mono" pitchFamily="34" charset="-120"/>
              </a:rPr>
              <a:t>npx ts-node src/cli.ts benchmark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Collaboration Layer (ACL) - Introduction</dc:title>
  <dc:subject>PptxGenJS Presentation</dc:subject>
  <dc:creator>ACL Team</dc:creator>
  <cp:lastModifiedBy>ACL Team</cp:lastModifiedBy>
  <cp:revision>1</cp:revision>
  <dcterms:created xsi:type="dcterms:W3CDTF">2026-03-23T01:33:56Z</dcterms:created>
  <dcterms:modified xsi:type="dcterms:W3CDTF">2026-03-23T01:33:56Z</dcterms:modified>
</cp:coreProperties>
</file>